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AI-Based Automated Answer Sheet Evaluation System</a:t>
            </a:r>
          </a:p>
          <a:p>
            <a:pPr>
              <a:spcBef>
                <a:spcPts val="1200"/>
              </a:spcBef>
              <a:defRPr sz="2000">
                <a:solidFill>
                  <a:srgbClr val="94A3B8"/>
                </a:solidFill>
              </a:defRPr>
            </a:pPr>
            <a:r>
              <a:t>Digital Handwriting Capture &amp; Intelligent Text Digitization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91840"/>
            <a:ext cx="292608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290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✍️ Digital Handwriting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HTML5 Canvas Stroke Vectors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36576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6B6D4"/>
                </a:solidFill>
              </a:defRPr>
            </a:pPr>
            <a:r>
              <a:t>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291840"/>
            <a:ext cx="292608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34290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⚡ FastAPI &amp; PaddleOCR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PP-OCRv5 Microservice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6576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6B6D4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291840"/>
            <a:ext cx="292608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34290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📄 Digitized Text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Structured Machine-Readable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20640"/>
            <a:ext cx="237744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2578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4A3B8"/>
                </a:solidFill>
              </a:defRPr>
            </a:pPr>
            <a:r>
              <a:t>TEAM MEMBERS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Student Project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5120640"/>
            <a:ext cx="237744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52578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4A3B8"/>
                </a:solidFill>
              </a:defRPr>
            </a:pPr>
            <a:r>
              <a:t>PROJECT GUIDE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Faculty Advisor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5120640"/>
            <a:ext cx="237744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2578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4A3B8"/>
                </a:solidFill>
              </a:defRPr>
            </a:pPr>
            <a:r>
              <a:t>DEPARTMENT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Computer Engineering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5120640"/>
            <a:ext cx="237744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52578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4A3B8"/>
                </a:solidFill>
              </a:defRPr>
            </a:pPr>
            <a:r>
              <a:t>ACADEMIC YEAR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23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Project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⚠️ Problem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Traditional handwritten answer-sheet processing is manual, labor-intensive, and difficult to digitize automatically for evaluation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9184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💡 Solution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Captures digital handwritten responses from canvas interfaces and processes them through an integrated OpenCV + PaddleOCR neural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45920"/>
            <a:ext cx="329184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8308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🎯 Current Milestone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Converts handwritten answers into accurate, machine-readable digitized text, laying the foundation for downstream evaluation.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69848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Workflow Summary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PROBLEM (Manual Sheet Handling) ➔ DIGITAL CAPTURE (Canvas Strokes) ➔ OCR PIPELINE (FastAPI + PP-OCRv5) ➔ DIGITIZED TEXT (MongoDB Persistence)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23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MARKET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Why Digitize Handwritten Answers?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Conventional Answer-Sheet Challenges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Manual handling and sorting of physical answer sheets</a:t>
            </a:r>
            <a:br/>
            <a:br/>
            <a:r>
              <a:t>• Time-consuming manual data entry and transcription</a:t>
            </a:r>
            <a:br/>
            <a:br/>
            <a:r>
              <a:t>• Unstructured handwriting hinders machine processing</a:t>
            </a:r>
            <a:br/>
            <a:br/>
            <a:r>
              <a:t>• Question-wise answer extraction is difficult on physical paper</a:t>
            </a:r>
            <a:br/>
            <a:br/>
            <a:r>
              <a:t>• Requires significant human effort prior to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Process Comparison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TRADITIONAL PROCESS:</a:t>
            </a:r>
            <a:br/>
            <a:r>
              <a:t>Physical Paper ➔ Manual Reading ➔ Manual Entry ➔ Evaluation</a:t>
            </a:r>
            <a:br/>
            <a:br/>
            <a:r>
              <a:t>PROPOSED SYSTEM:</a:t>
            </a:r>
            <a:br/>
            <a:r>
              <a:t>Digital Handwriting ➔ Image Preprocessing ➔ PaddleOCR ➔ Digitized Text</a:t>
            </a:r>
            <a:br/>
            <a:br/>
            <a:r>
              <a:t>KEY BENEFIT:</a:t>
            </a:r>
            <a:br/>
            <a:r>
              <a:t>Substantially reduces manual data-entry dependency and creates structured digital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23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Proposed Digital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6459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371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STEP 01</a:t>
            </a:r>
            <a:br/>
            <a:r>
              <a:t>Student Writes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Digital pen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2011680"/>
            <a:ext cx="16459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148840"/>
            <a:ext cx="1371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STEP 02</a:t>
            </a:r>
            <a:br/>
            <a:r>
              <a:t>Stroke Capture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(x,y,t) vectors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2011680"/>
            <a:ext cx="16459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2148840"/>
            <a:ext cx="1371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STEP 03</a:t>
            </a:r>
            <a:br/>
            <a:r>
              <a:t>Answer Image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Render PNG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2011680"/>
            <a:ext cx="16459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2148840"/>
            <a:ext cx="1371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STEP 04</a:t>
            </a:r>
            <a:br/>
            <a:r>
              <a:t>Preprocessing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CLAHE &amp; Threshold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2011680"/>
            <a:ext cx="16459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0728" y="2148840"/>
            <a:ext cx="1371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STEP 05</a:t>
            </a:r>
            <a:br/>
            <a:r>
              <a:t>PaddleOCR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PP-OCRv5 HWR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2011680"/>
            <a:ext cx="16459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2148840"/>
            <a:ext cx="1371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STEP 06</a:t>
            </a:r>
            <a:br/>
            <a:r>
              <a:t>Digitized Text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MongoDB 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9204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Core Solution Statement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“Transforming handwritten digital responses into structured, machine-readable text.”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23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Microservice Flow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Student Canvas (React 19 + Vite)</a:t>
            </a:r>
            <a:br/>
            <a:r>
              <a:t>  │  POST /api/v1/student/answer-sheets</a:t>
            </a:r>
            <a:br/>
            <a:r>
              <a:t>  ▼</a:t>
            </a:r>
            <a:br/>
            <a:r>
              <a:t>Node.js + Express Backend Server</a:t>
            </a:r>
            <a:br/>
            <a:r>
              <a:t>  │  Asynchronous HTTP Payload</a:t>
            </a:r>
            <a:br/>
            <a:r>
              <a:t>  ▼</a:t>
            </a:r>
            <a:br/>
            <a:r>
              <a:t>FastAPI Python OCR Service (Port 8000)</a:t>
            </a:r>
            <a:br/>
            <a:r>
              <a:t>  │  Image Preprocessing &amp; PP-OCRv5</a:t>
            </a:r>
            <a:br/>
            <a:r>
              <a:t>  ▼</a:t>
            </a:r>
            <a:br/>
            <a:r>
              <a:t>MongoDB Persistence (AnswerSheet Collection)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Component Responsibilities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FRONTEND (React + Vite):</a:t>
            </a:r>
            <a:br/>
            <a:r>
              <a:t>Captures vector strokes and question-wise assignments.</a:t>
            </a:r>
            <a:br/>
            <a:br/>
            <a:r>
              <a:t>BACKEND (Node.js + Express):</a:t>
            </a:r>
            <a:br/>
            <a:r>
              <a:t>Orchestrates JWT auth, status flow, and async execution.</a:t>
            </a:r>
            <a:br/>
            <a:br/>
            <a:r>
              <a:t>OCR SERVICE (FastAPI + PaddleOCR):</a:t>
            </a:r>
            <a:br/>
            <a:r>
              <a:t>Executes OpenCV preprocessing &amp; PP-OCRv5 neural inference.</a:t>
            </a:r>
            <a:br/>
            <a:br/>
            <a:r>
              <a:t>DATABASE (MongoDB):</a:t>
            </a:r>
            <a:br/>
            <a:r>
              <a:t>Persists stroke data, generated images, and extracted 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23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End-to-End Handwriting Recognition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3840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STAGE 1: CAPTURE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Collect vector strokes from HTML5 digital answer canvas.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3840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659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STAGE 2: PREPROCESS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Normalize DPI, CLAHE contrast enhancement, and grayscale thresholding.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468880" cy="3840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STAGE 3: RECOGNIZE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PP-OCRv5 neural model predicts handwritten characters.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468880" cy="3840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9659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STAGE 4: EXTRACT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Generates clean machine-readable text with confidence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23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FRONTEND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React 19</a:t>
            </a:r>
            <a:br/>
            <a:r>
              <a:t>• Vite</a:t>
            </a:r>
            <a:br/>
            <a:r>
              <a:t>• Axios Client</a:t>
            </a:r>
            <a:br/>
            <a:r>
              <a:t>• HTML5 Canvas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659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BACKEND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Node.js (ESM)</a:t>
            </a:r>
            <a:br/>
            <a:r>
              <a:t>• Express.js</a:t>
            </a:r>
            <a:br/>
            <a:r>
              <a:t>• JWT Security</a:t>
            </a:r>
            <a:br/>
            <a:r>
              <a:t>• Mongoose ODM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46888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OCR / AI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Python 3.11</a:t>
            </a:r>
            <a:br/>
            <a:r>
              <a:t>• FastAPI</a:t>
            </a:r>
            <a:br/>
            <a:r>
              <a:t>• PaddleOCR 3.7.0</a:t>
            </a:r>
            <a:br/>
            <a:r>
              <a:t>• PP-OCRv5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46888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9659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DATABASE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MongoDB</a:t>
            </a:r>
            <a:br/>
            <a:r>
              <a:t>• REST APIs</a:t>
            </a:r>
            <a:br/>
            <a:r>
              <a:t>• JSON Payloads</a:t>
            </a:r>
            <a:br/>
            <a:r>
              <a:t>• Modular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23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CAPTURE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Digital Handwritten Answer Capture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Functional Pipeline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01 — WRITE:</a:t>
            </a:r>
            <a:br/>
            <a:r>
              <a:t>Student writes answers directly using digital stylus on responsive canvas.</a:t>
            </a:r>
            <a:br/>
            <a:br/>
            <a:r>
              <a:t>02 — CAPTURE:</a:t>
            </a:r>
            <a:br/>
            <a:r>
              <a:t>Real-time stroke capture mapped question-by-question with timestamp vectors.</a:t>
            </a:r>
            <a:br/>
            <a:br/>
            <a:r>
              <a:t>03 — PREPARE:</a:t>
            </a:r>
            <a:br/>
            <a:r>
              <a:t>Renders high-contrast PNG bitmap ready for OCR microservice processing.</a:t>
            </a:r>
          </a:p>
        </p:txBody>
      </p:sp>
      <p:pic>
        <p:nvPicPr>
          <p:cNvPr id="7" name="Picture 6" descr="student_dash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394960" cy="352323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23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OPENCV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OCR Image Preprocessing Pipeline</a:t>
            </a:r>
          </a:p>
        </p:txBody>
      </p:sp>
      <p:pic>
        <p:nvPicPr>
          <p:cNvPr id="5" name="Picture 4" descr="01_original_canvas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011680" cy="11539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3474720"/>
            <a:ext cx="20116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1. Raw Render</a:t>
            </a:r>
          </a:p>
        </p:txBody>
      </p:sp>
      <p:pic>
        <p:nvPicPr>
          <p:cNvPr id="8" name="Picture 7" descr="02_upsca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792" y="1645920"/>
            <a:ext cx="2011680" cy="9404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907792" y="3474720"/>
            <a:ext cx="20116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3611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2. Upscale</a:t>
            </a:r>
          </a:p>
        </p:txBody>
      </p:sp>
      <p:pic>
        <p:nvPicPr>
          <p:cNvPr id="11" name="Picture 10" descr="03_gray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1645920"/>
            <a:ext cx="2011680" cy="9404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84064" y="3474720"/>
            <a:ext cx="20116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3611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3. Grayscale</a:t>
            </a:r>
          </a:p>
        </p:txBody>
      </p:sp>
      <p:pic>
        <p:nvPicPr>
          <p:cNvPr id="14" name="Picture 13" descr="04_contrast_enhanc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36" y="1645920"/>
            <a:ext cx="2011680" cy="9404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260336" y="3474720"/>
            <a:ext cx="20116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7496" y="3611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4. CLAHE</a:t>
            </a:r>
          </a:p>
        </p:txBody>
      </p:sp>
      <p:pic>
        <p:nvPicPr>
          <p:cNvPr id="17" name="Picture 16" descr="02_upsca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08" y="1645920"/>
            <a:ext cx="2011680" cy="9404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436608" y="3474720"/>
            <a:ext cx="20116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8" y="3611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5. Thresholded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89120"/>
            <a:ext cx="1069848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52628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4A3B8"/>
                </a:solidFill>
              </a:defRPr>
            </a:pPr>
            <a:r>
              <a:t>Preprocessing Explanations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Resize: Standardizes stroke DPI and thickness.  |  CLAHE: Enhances stroke boundary contrast.</a:t>
            </a:r>
            <a:br/>
            <a:r>
              <a:t>Thresholding: Separates handwriting strokes cleanly from background noise for neural inference.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23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HWR MICROSERVICE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PaddleOCR Recognition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Microservice Execution Flow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Processed Answer Image PNG</a:t>
            </a:r>
            <a:br/>
            <a:r>
              <a:t>  │</a:t>
            </a:r>
            <a:br/>
            <a:r>
              <a:t>  ▼</a:t>
            </a:r>
            <a:br/>
            <a:r>
              <a:t>FastAPI POST /api/v1/ocr/recognize-strokes</a:t>
            </a:r>
            <a:br/>
            <a:r>
              <a:t>  │</a:t>
            </a:r>
            <a:br/>
            <a:r>
              <a:t>  ▼</a:t>
            </a:r>
            <a:br/>
            <a:r>
              <a:t>PaddleHWRProvider (PaddleOCR 3.7.0 / PP-OCRv5)</a:t>
            </a:r>
            <a:br/>
            <a:r>
              <a:t>  │</a:t>
            </a:r>
            <a:br/>
            <a:r>
              <a:t>  ▼</a:t>
            </a:r>
            <a:br/>
            <a:r>
              <a:t>Extracted Text String + Confidence Score</a:t>
            </a:r>
            <a:br/>
            <a:r>
              <a:t>  │</a:t>
            </a:r>
            <a:br/>
            <a:r>
              <a:t>  ▼</a:t>
            </a:r>
            <a:br/>
            <a:r>
              <a:t>MongoDB Persistence (AnswerSheet Document)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Microservice Features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RESTful API-based microservice architecture</a:t>
            </a:r>
            <a:br/>
            <a:br/>
            <a:r>
              <a:t>• Python 3.11 FastAPI high-throughput server</a:t>
            </a:r>
            <a:br/>
            <a:br/>
            <a:r>
              <a:t>• PaddleOCR PP-OCRv5 mobile recognition neural head</a:t>
            </a:r>
            <a:br/>
            <a:br/>
            <a:r>
              <a:t>• Lazy engine loading to preserve system RAM</a:t>
            </a:r>
            <a:br/>
            <a:br/>
            <a:r>
              <a:t>• Structured JSON response with confidence scoring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23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CORE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Handwritten Answer → Digitized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INPUT: HANDWRITTEN CANVAS STROKES</a:t>
            </a:r>
          </a:p>
        </p:txBody>
      </p:sp>
      <p:pic>
        <p:nvPicPr>
          <p:cNvPr id="7" name="Picture 6" descr="02_upsca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94560"/>
            <a:ext cx="4572000" cy="213741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645920"/>
            <a:ext cx="512064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OUTPUT: DIGITIZED TEXT (PADDLEOCR)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"ADDLE OLR PERSISTENTE ("</a:t>
            </a:r>
            <a:br/>
            <a:br/>
            <a:r>
              <a:t>Provider: PaddleOCR 3.7.0</a:t>
            </a:r>
            <a:br/>
            <a:r>
              <a:t>Confidence: 61.37% (MEDIUM)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4406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Core Milestone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Digital handwriting successfully transformed into machine-readable 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23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API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OCR API Response Payload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JSON Response Payload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{</a:t>
            </a:r>
            <a:br/>
            <a:r>
              <a:t>  "success": true,</a:t>
            </a:r>
            <a:br/>
            <a:r>
              <a:t>  "message": "Handwriting recognition completed.",</a:t>
            </a:r>
            <a:br/>
            <a:r>
              <a:t>  "data": {</a:t>
            </a:r>
            <a:br/>
            <a:r>
              <a:t>    "answerSheetId": "6a97c197883c3047ee452bed",</a:t>
            </a:r>
            <a:br/>
            <a:r>
              <a:t>    "provider": "paddle",</a:t>
            </a:r>
            <a:br/>
            <a:r>
              <a:t>    "executionTimeSec": 82.84,</a:t>
            </a:r>
            <a:br/>
            <a:r>
              <a:t>    "overallConfidence": 0.6137,</a:t>
            </a:r>
            <a:br/>
            <a:r>
              <a:t>    "extractedText": "Q1: ADDLE OLR PERSISTENTE (",</a:t>
            </a:r>
            <a:br/>
            <a:r>
              <a:t>    "answers": [{</a:t>
            </a:r>
            <a:br/>
            <a:r>
              <a:t>      "questionId": "q1",</a:t>
            </a:r>
            <a:br/>
            <a:r>
              <a:t>      "recognizedText": "ADDLE OLR PERSISTENTE (",</a:t>
            </a:r>
            <a:br/>
            <a:r>
              <a:t>      "hwrStatus": "Completed"</a:t>
            </a:r>
            <a:br/>
            <a:r>
              <a:t>    }]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Field Explanations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extractedText:</a:t>
            </a:r>
            <a:br/>
            <a:r>
              <a:t>Concatenated transcribed text stored in MongoDB.</a:t>
            </a:r>
            <a:br/>
            <a:br/>
            <a:r>
              <a:t>confidence:</a:t>
            </a:r>
            <a:br/>
            <a:r>
              <a:t>Neural confidence metric generated by PP-OCRv5 head.</a:t>
            </a:r>
            <a:br/>
            <a:br/>
            <a:r>
              <a:t>executionTimeSec:</a:t>
            </a:r>
            <a:br/>
            <a:r>
              <a:t>Total latency for stroke rendering &amp; inference.</a:t>
            </a:r>
            <a:br/>
            <a:br/>
            <a:r>
              <a:t>hwrStatus:</a:t>
            </a:r>
            <a:br/>
            <a:r>
              <a:t>Completion flag for background job polling.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23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&amp; Pipeline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Verified Acceptance Criteria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✓ Canvas strokes correctly rendered to image files</a:t>
            </a:r>
            <a:br/>
            <a:br/>
            <a:r>
              <a:t>✓ FastAPI OCR microservice returns 200 OK</a:t>
            </a:r>
            <a:br/>
            <a:br/>
            <a:r>
              <a:t>✓ PaddleOCR engine executes real neural inference</a:t>
            </a:r>
            <a:br/>
            <a:br/>
            <a:r>
              <a:t>✓ Transcribed text persisted into MongoDB</a:t>
            </a:r>
            <a:br/>
            <a:br/>
            <a:r>
              <a:t>✓ Digitized text bound to Faculty UI display</a:t>
            </a:r>
          </a:p>
        </p:txBody>
      </p:sp>
      <p:pic>
        <p:nvPicPr>
          <p:cNvPr id="7" name="Picture 6" descr="manual_eval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394960" cy="207000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23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Current Status &amp; Next Phase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Completed Milestone 1 [Achieved]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✓ Digital Answer Stroke Capture</a:t>
            </a:r>
            <a:br/>
            <a:br/>
            <a:r>
              <a:t>✓ OpenCV Image Preprocessing</a:t>
            </a:r>
            <a:br/>
            <a:br/>
            <a:r>
              <a:t>✓ FastAPI PaddleOCR Integration</a:t>
            </a:r>
            <a:br/>
            <a:br/>
            <a:r>
              <a:t>✓ Neural Handwriting Recognition</a:t>
            </a:r>
            <a:br/>
            <a:br/>
            <a:r>
              <a:t>✓ Machine-Readable Text Digitization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Next Phase [Future Scope]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Digitized Text</a:t>
            </a:r>
            <a:br/>
            <a:r>
              <a:t>  │</a:t>
            </a:r>
            <a:br/>
            <a:r>
              <a:t>  ▼</a:t>
            </a:r>
            <a:br/>
            <a:r>
              <a:t>Semantic Answer Understanding (LLM Prompting)</a:t>
            </a:r>
            <a:br/>
            <a:r>
              <a:t>  │</a:t>
            </a:r>
            <a:br/>
            <a:r>
              <a:t>  ▼</a:t>
            </a:r>
            <a:br/>
            <a:r>
              <a:t>Model Answer Comparison &amp; Rubrics</a:t>
            </a:r>
            <a:br/>
            <a:r>
              <a:t>  │</a:t>
            </a:r>
            <a:br/>
            <a:r>
              <a:t>  ▼</a:t>
            </a:r>
            <a:br/>
            <a:r>
              <a:t>Automated Marking &amp; Faculty Review Interface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23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From Handwriting to Machine-Readable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3200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1. Digital First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Captures handwritten responses directly from digital slates, eliminating physical paper scanning and logistics.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91840" cy="3200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2. Intelligent Digitization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Leverages state-of-the-art PaddleOCR PP-OCRv5 neural models for robust handwriting digitization.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45920"/>
            <a:ext cx="3291840" cy="3200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8308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3. AI-Ready Data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Converts raw student handwriting into structured machine-readable text ready for automated downstream pipelines.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578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Closing Statement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“From Digital Handwriting to Machine-Readable Knowledge.”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